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  <p:sldId id="269" r:id="rId6"/>
    <p:sldId id="258" r:id="rId7"/>
    <p:sldId id="272" r:id="rId8"/>
    <p:sldId id="279" r:id="rId9"/>
    <p:sldId id="273" r:id="rId10"/>
    <p:sldId id="270" r:id="rId11"/>
    <p:sldId id="271" r:id="rId12"/>
    <p:sldId id="274" r:id="rId13"/>
    <p:sldId id="276" r:id="rId14"/>
    <p:sldId id="277" r:id="rId15"/>
    <p:sldId id="278" r:id="rId16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8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7026" y="1496484"/>
            <a:ext cx="12001949" cy="3183467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7026" y="4802717"/>
            <a:ext cx="12001949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4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7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992" y="876302"/>
            <a:ext cx="12978016" cy="3803649"/>
          </a:xfrm>
        </p:spPr>
        <p:txBody>
          <a:bodyPr anchor="b">
            <a:normAutofit/>
          </a:bodyPr>
          <a:lstStyle>
            <a:lvl1pPr>
              <a:defRPr sz="45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8992" y="4802718"/>
            <a:ext cx="12978016" cy="2000249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94" y="812801"/>
            <a:ext cx="13805015" cy="176842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394" y="2784426"/>
            <a:ext cx="6808005" cy="49371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31204" y="2784426"/>
            <a:ext cx="6792205" cy="49371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9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94" y="812801"/>
            <a:ext cx="1380501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06" y="2784427"/>
            <a:ext cx="6505599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393" y="3882976"/>
            <a:ext cx="6809611" cy="38386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36004" y="2784427"/>
            <a:ext cx="6487405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3882976"/>
            <a:ext cx="6793809" cy="38386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3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1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0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971" y="812800"/>
            <a:ext cx="5242983" cy="3149600"/>
          </a:xfrm>
        </p:spPr>
        <p:txBody>
          <a:bodyPr anchor="b">
            <a:normAutofit/>
          </a:bodyPr>
          <a:lstStyle>
            <a:lvl1pPr>
              <a:defRPr sz="37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0752" y="812800"/>
            <a:ext cx="8252656" cy="69088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2971" y="3962401"/>
            <a:ext cx="5242983" cy="3759199"/>
          </a:xfrm>
        </p:spPr>
        <p:txBody>
          <a:bodyPr/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7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970" y="812800"/>
            <a:ext cx="7906364" cy="3149600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9739" y="1011842"/>
            <a:ext cx="4340475" cy="6510717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2" y="3962400"/>
            <a:ext cx="7913267" cy="3759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7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08" y="5719164"/>
            <a:ext cx="13823419" cy="1092473"/>
          </a:xfrm>
        </p:spPr>
        <p:txBody>
          <a:bodyPr anchor="b">
            <a:normAutofit/>
          </a:bodyPr>
          <a:lstStyle>
            <a:lvl1pPr>
              <a:defRPr sz="37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408" y="828429"/>
            <a:ext cx="13823419" cy="450631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3" y="6811637"/>
            <a:ext cx="13821331" cy="90996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93" y="812801"/>
            <a:ext cx="13805016" cy="4566479"/>
          </a:xfrm>
        </p:spPr>
        <p:txBody>
          <a:bodyPr anchor="ctr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4" y="5606427"/>
            <a:ext cx="13805015" cy="2122915"/>
          </a:xfrm>
        </p:spPr>
        <p:txBody>
          <a:bodyPr anchor="ctr"/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5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283" y="812800"/>
            <a:ext cx="12403669" cy="3990539"/>
          </a:xfrm>
        </p:spPr>
        <p:txBody>
          <a:bodyPr anchor="ctr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294193" y="4813376"/>
            <a:ext cx="11669732" cy="569083"/>
          </a:xfrm>
        </p:spPr>
        <p:txBody>
          <a:bodyPr anchor="t">
            <a:normAutofit/>
          </a:bodyPr>
          <a:lstStyle>
            <a:lvl1pPr marL="0" indent="0" algn="r">
              <a:buNone/>
              <a:defRPr sz="1867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2" y="5606428"/>
            <a:ext cx="13805016" cy="2115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15483" y="98032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10608" y="3962791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666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564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09" y="2835924"/>
            <a:ext cx="13807103" cy="334911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3" y="6200741"/>
            <a:ext cx="13805017" cy="1520859"/>
          </a:xfrm>
        </p:spPr>
        <p:txBody>
          <a:bodyPr anchor="t"/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8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218392" y="812801"/>
            <a:ext cx="13805016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218392" y="2784426"/>
            <a:ext cx="4398608" cy="10977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218392" y="3882165"/>
            <a:ext cx="4398608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6504" y="2784427"/>
            <a:ext cx="4398077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926505" y="3882165"/>
            <a:ext cx="4399761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31065" y="2784427"/>
            <a:ext cx="4388281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35129" y="3882165"/>
            <a:ext cx="4388281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10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218393" y="812801"/>
            <a:ext cx="13805016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218394" y="5594532"/>
            <a:ext cx="4398607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667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456027" y="3065316"/>
            <a:ext cx="3920067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218394" y="6362882"/>
            <a:ext cx="4398607" cy="1358717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3602" y="5594532"/>
            <a:ext cx="4398644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667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091995" y="3065316"/>
            <a:ext cx="3907367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921797" y="6362880"/>
            <a:ext cx="4400448" cy="1358717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31231" y="5594532"/>
            <a:ext cx="4386533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667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870405" y="3065316"/>
            <a:ext cx="3909484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31064" y="6362882"/>
            <a:ext cx="4392344" cy="1358716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7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02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812800"/>
            <a:ext cx="3390209" cy="69088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393" y="812800"/>
            <a:ext cx="10211607" cy="69088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1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394" y="812801"/>
            <a:ext cx="13805015" cy="176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393" y="2794752"/>
            <a:ext cx="13805016" cy="492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315" y="7844368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393" y="7844368"/>
            <a:ext cx="889715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18682" y="7844368"/>
            <a:ext cx="100472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75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1219170" rtl="0" eaLnBrk="1" latinLnBrk="0" hangingPunct="1">
        <a:lnSpc>
          <a:spcPct val="90000"/>
        </a:lnSpc>
        <a:spcBef>
          <a:spcPct val="0"/>
        </a:spcBef>
        <a:buNone/>
        <a:defRPr sz="4533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120000"/>
        </a:lnSpc>
        <a:spcBef>
          <a:spcPts val="1333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FBB511-1DDE-4663-AD3C-2EFA40C72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36060"/>
            <a:ext cx="15544801" cy="85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2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C84B81-0A12-49BC-9686-0BC7EA4E3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82" y="349691"/>
            <a:ext cx="15625618" cy="848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5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225645-E2D3-40F6-8D45-BD223F20B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481200"/>
            <a:ext cx="15467480" cy="82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6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B2046D1-CE37-4974-B740-F88D5536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37" y="485840"/>
            <a:ext cx="15186963" cy="820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6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44336F-E702-42F9-9475-8B36B6898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83092"/>
            <a:ext cx="14874880" cy="802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9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752"/>
          <a:stretch/>
        </p:blipFill>
        <p:spPr>
          <a:xfrm>
            <a:off x="584200" y="533400"/>
            <a:ext cx="15316200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165140-0102-4E5A-8F21-7B9411A9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24" y="516632"/>
            <a:ext cx="15351676" cy="81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6183765-BD58-4350-81D7-EA55F0B8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570250"/>
            <a:ext cx="15013420" cy="79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6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3FF188-04CC-422B-85BB-FD33CB906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6" y="487329"/>
            <a:ext cx="14850974" cy="812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4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0E9D19-4959-4EC9-A45B-97B8B5D6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1" y="714076"/>
            <a:ext cx="15137430" cy="78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00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1F0F85-A997-4DEA-8682-3BC5C1BA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53" y="818962"/>
            <a:ext cx="15114247" cy="75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7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8447C-BFE1-434E-B3F6-2B796ECB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1" y="457200"/>
            <a:ext cx="15292101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66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DC4DBC-3E72-4DA2-A9FD-CC2A03FAD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404631"/>
            <a:ext cx="15130379" cy="835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07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78D8D9-7566-4FFE-9F3B-E424D2356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485698"/>
            <a:ext cx="14859000" cy="821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68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E8C064-8FDD-4A54-ACBF-88C9079CA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1" y="567354"/>
            <a:ext cx="14998516" cy="804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12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186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jonathan wolfan moreno rodriguez</cp:lastModifiedBy>
  <cp:revision>9</cp:revision>
  <dcterms:created xsi:type="dcterms:W3CDTF">2006-08-16T00:00:00Z</dcterms:created>
  <dcterms:modified xsi:type="dcterms:W3CDTF">2026-05-21T20:50:07Z</dcterms:modified>
</cp:coreProperties>
</file>